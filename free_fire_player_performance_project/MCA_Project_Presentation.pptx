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EEAD4"/>
                </a:solidFill>
                <a:latin typeface="Aptos"/>
              </a:defRPr>
            </a:pPr>
            <a:r>
              <a:t>GAME PLAYER PERFORMANCE</a:t>
            </a:r>
            <a:br/>
            <a:r>
              <a:t>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Aptos"/>
              </a:defRPr>
            </a:pPr>
            <a:r>
              <a:t>Free Fire / Battle Royale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Aptos"/>
              </a:defRPr>
            </a:pPr>
            <a:r>
              <a:t>MCA Data Science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94A3B8"/>
                </a:solidFill>
                <a:latin typeface="Aptos"/>
              </a:defRPr>
            </a:pPr>
            <a:r>
              <a:t>Student: ____________________   Register No.: 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BBF24"/>
                </a:solidFill>
                <a:latin typeface="Aptos"/>
              </a:defRPr>
            </a:pPr>
            <a:r>
              <a:t>Note: bundled dataset is synthetic; results are for demonstration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• Gaming matches generate measurable statistics.</a:t>
            </a:r>
            <a:br/>
            <a:r>
              <a:t>• Player performance can be summarized using kills, damage, survival, accuracy, and placement.</a:t>
            </a:r>
            <a:br/>
            <a:r>
              <a:t>• This project demonstrates a supervised machine-learning workflow.</a:t>
            </a:r>
            <a:br/>
            <a:r>
              <a:t>• The application offers predictions and charts through a Streamlit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Manual comparison of player matches can be subjective.</a:t>
            </a:r>
            <a:br/>
            <a:br/>
            <a:r>
              <a:t>Goal: use structured match statistics to classify a match into Low, Medium, or High performance tiers.</a:t>
            </a:r>
            <a:br/>
            <a:br/>
            <a:r>
              <a:t>Scope: educational prototype, not an official Free Fire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• Prepare a structured match-statistics dataset.</a:t>
            </a:r>
            <a:br/>
            <a:r>
              <a:t>• Explore patterns and distributions.</a:t>
            </a:r>
            <a:br/>
            <a:r>
              <a:t>• Train a Random Forest classifier.</a:t>
            </a:r>
            <a:br/>
            <a:r>
              <a:t>• Evaluate using a hold-out test split.</a:t>
            </a:r>
            <a:br/>
            <a:r>
              <a:t>• Build an interactive Streamlit interface.</a:t>
            </a:r>
            <a:br/>
            <a:r>
              <a:t>• Document limitations and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4.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Python  |  Pandas  |  NumPy</a:t>
            </a:r>
            <a:br/>
            <a:r>
              <a:t>Scikit-learn  |  Matplotlib  |  Seaborn</a:t>
            </a:r>
            <a:br/>
            <a:r>
              <a:t>Streamlit  |  Google Colab</a:t>
            </a:r>
            <a:br/>
            <a:br/>
            <a:r>
              <a:t>Python handles data processing and model training; Streamlit provides the browser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5. Dataset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Input features:</a:t>
            </a:r>
            <a:br/>
            <a:r>
              <a:t>• Kills and assists</a:t>
            </a:r>
            <a:br/>
            <a:r>
              <a:t>• Damage and survival time</a:t>
            </a:r>
            <a:br/>
            <a:r>
              <a:t>• Final placement</a:t>
            </a:r>
            <a:br/>
            <a:r>
              <a:t>• Accuracy and headshots</a:t>
            </a:r>
            <a:br/>
            <a:r>
              <a:t>• Revives and match duration</a:t>
            </a:r>
            <a:br/>
            <a:br/>
            <a:r>
              <a:t>Target: Low / Medium / High performance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6.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Synthetic / CSV match data</a:t>
            </a:r>
            <a:br/>
            <a:r>
              <a:t>        ↓</a:t>
            </a:r>
            <a:br/>
            <a:r>
              <a:t>Data inspection and feature selection</a:t>
            </a:r>
            <a:br/>
            <a:r>
              <a:t>        ↓</a:t>
            </a:r>
            <a:br/>
            <a:r>
              <a:t>80% train / 20% test split</a:t>
            </a:r>
            <a:br/>
            <a:r>
              <a:t>        ↓</a:t>
            </a:r>
            <a:br/>
            <a:r>
              <a:t>Random Forest classifier</a:t>
            </a:r>
            <a:br/>
            <a:r>
              <a:t>        ↓</a:t>
            </a:r>
            <a:br/>
            <a:r>
              <a:t>Metrics + confusion matrix + feature importance</a:t>
            </a:r>
            <a:br/>
            <a:r>
              <a:t>        ↓</a:t>
            </a:r>
            <a:br/>
            <a:r>
              <a:t>Streamlit prediction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7. Machine Learning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Algorithm: Random Forest Classifier</a:t>
            </a:r>
            <a:br/>
            <a:r>
              <a:t>• 250 decision trees</a:t>
            </a:r>
            <a:br/>
            <a:r>
              <a:t>• Maximum depth: 10</a:t>
            </a:r>
            <a:br/>
            <a:r>
              <a:t>• Minimum leaf size: 3</a:t>
            </a:r>
            <a:br/>
            <a:r>
              <a:t>• Stratified train/test split</a:t>
            </a:r>
            <a:br/>
            <a:br/>
            <a:r>
              <a:t>Why Random Forest? It can model non-linear relationships and provides feature-importance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8. Application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1. Dataset loading and exploration</a:t>
            </a:r>
            <a:br/>
            <a:r>
              <a:t>2. Player-statistics input form</a:t>
            </a:r>
            <a:br/>
            <a:r>
              <a:t>3. Performance-tier prediction</a:t>
            </a:r>
            <a:br/>
            <a:r>
              <a:t>4. Class probability display</a:t>
            </a:r>
            <a:br/>
            <a:r>
              <a:t>5. Model evaluation and confusion matrix</a:t>
            </a:r>
            <a:br/>
            <a:r>
              <a:t>6. Feature-importance chart</a:t>
            </a:r>
            <a:br/>
            <a:r>
              <a:t>7. CSV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9.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Metrics shown in the notebook and app:</a:t>
            </a:r>
            <a:br/>
            <a:r>
              <a:t>• Accuracy</a:t>
            </a:r>
            <a:br/>
            <a:r>
              <a:t>• Precision</a:t>
            </a:r>
            <a:br/>
            <a:r>
              <a:t>• Recall</a:t>
            </a:r>
            <a:br/>
            <a:r>
              <a:t>• F1-score</a:t>
            </a:r>
            <a:br/>
            <a:r>
              <a:t>• Confusion matrix</a:t>
            </a:r>
            <a:br/>
            <a:br/>
            <a:r>
              <a:t>Run the notebook to obtain the actual values. Do not report unexecuted or invented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10.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• Predicted tier: Low, Medium, or High</a:t>
            </a:r>
            <a:br/>
            <a:r>
              <a:t>• Probability for each class</a:t>
            </a:r>
            <a:br/>
            <a:r>
              <a:t>• Match dataset preview</a:t>
            </a:r>
            <a:br/>
            <a:r>
              <a:t>• Performance category chart</a:t>
            </a:r>
            <a:br/>
            <a:r>
              <a:t>• Kills vs damage plot</a:t>
            </a:r>
            <a:br/>
            <a:r>
              <a:t>• Evaluation report and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11.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• Bundled records are synthetic, not official game data.</a:t>
            </a:r>
            <a:br/>
            <a:r>
              <a:t>• Labels are derived from a composite score based on the same input fields.</a:t>
            </a:r>
            <a:br/>
            <a:r>
              <a:t>• Metrics therefore do not establish real-world Free Fire accuracy.</a:t>
            </a:r>
            <a:br/>
            <a:r>
              <a:t>• Results may not generalize to real players, maps, modes, or tournaments.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12.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• Use documented and licensed real match data.</a:t>
            </a:r>
            <a:br/>
            <a:r>
              <a:t>• Predict a separate outcome such as top-10 finish or next-match result.</a:t>
            </a:r>
            <a:br/>
            <a:r>
              <a:t>• Compare multiple algorithms.</a:t>
            </a:r>
            <a:br/>
            <a:r>
              <a:t>• Add player history and team-level analysis.</a:t>
            </a:r>
            <a:br/>
            <a:r>
              <a:t>• Deploy the dashboard with appropriate privacy safeguards.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The project demonstrates the full data science workflow: data preparation, exploratory analysis, model training, evaluation, and deployment in a simple interactive app.</a:t>
            </a:r>
            <a:br/>
            <a:br/>
            <a:r>
              <a:t>The next research step is validation on suitable real-world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EEAD4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1F5F9"/>
                </a:solidFill>
                <a:latin typeface="Aptos"/>
              </a:defRPr>
            </a:pPr>
            <a:r>
              <a:t>Scikit-learn: scikit-learn.org</a:t>
            </a:r>
            <a:br/>
            <a:r>
              <a:t>Pandas: pandas.pydata.org/docs</a:t>
            </a:r>
            <a:br/>
            <a:r>
              <a:t>Streamlit: docs.streamlit.io</a:t>
            </a:r>
            <a:br/>
            <a:r>
              <a:t>Matplotlib: matplotlib.org/stable</a:t>
            </a:r>
            <a:br/>
            <a:r>
              <a:t>Seaborn: seaborn.pydata.org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Aptos"/>
              </a:defRPr>
            </a:pPr>
            <a:r>
              <a:t>MCA Data Science Project  •  Educational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